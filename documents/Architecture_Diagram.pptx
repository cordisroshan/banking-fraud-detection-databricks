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Customers CSV     Transactions CSV</a:t>
            </a:r>
          </a:p>
          <a:p>
            <a:r>
              <a:t>        \       /</a:t>
            </a:r>
          </a:p>
          <a:p>
            <a:r>
              <a:t>      Bronze Layer</a:t>
            </a:r>
          </a:p>
          <a:p>
            <a:r>
              <a:t>           |</a:t>
            </a:r>
          </a:p>
          <a:p>
            <a:r>
              <a:t>      Silver Layer</a:t>
            </a:r>
          </a:p>
          <a:p>
            <a:r>
              <a:t>           |</a:t>
            </a:r>
          </a:p>
          <a:p>
            <a:r>
              <a:t> Gold: Summary + Fraud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